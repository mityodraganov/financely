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5.svg" ContentType="image/svg+xml"/>
  <Override PartName="/ppt/media/image28.svg" ContentType="image/svg+xml"/>
  <Override PartName="/ppt/media/image31.svg" ContentType="image/svg+xml"/>
  <Override PartName="/ppt/media/image3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8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62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17.png"/><Relationship Id="rId11" Type="http://schemas.openxmlformats.org/officeDocument/2006/relationships/image" Target="../media/image1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sv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sv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586157"/>
            <a:ext cx="7119818" cy="10952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9365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Интелигентна платформа за автоматизация на финансови операции</a:t>
            </a:r>
            <a:endParaRPr lang="en-US" sz="1750" dirty="0"/>
          </a:p>
        </p:txBody>
      </p:sp>
      <p:sp>
        <p:nvSpPr>
          <p:cNvPr id="5" name="Text 1"/>
          <p:cNvSpPr/>
          <p:nvPr/>
        </p:nvSpPr>
        <p:spPr>
          <a:xfrm>
            <a:off x="793790" y="491751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A3A3A"/>
                </a:solidFill>
                <a:latin typeface="Noto Serif Black" pitchFamily="34" charset="0"/>
                <a:ea typeface="Noto Serif Black" pitchFamily="34" charset="-122"/>
                <a:cs typeface="Noto Serif Black" pitchFamily="34" charset="-120"/>
              </a:rPr>
              <a:t>Митьо Драганов</a:t>
            </a: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— 12. клас, ППМГ „Добри Чинтулов", гр. </a:t>
            </a:r>
            <a:r>
              <a:rPr lang="en-US" sz="1750" dirty="0" err="1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Сливен</a:t>
            </a: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1750" dirty="0" err="1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Национален</a:t>
            </a: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есенен турнир по ИТ „Джон Атанасов"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103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Проблемът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86138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Разпокъсани инструменти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463534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Малките бизнеси използват множество отделни системи за фактури, оферти, клиенти, продукти и уебсайтове.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3861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Последици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4856321" y="40382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Загуба на време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44804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Чести грешки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49226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Трудна поддръжка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53648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Липса на ясни процеси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3185"/>
            <a:ext cx="6210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Решението: Financely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3559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3EFE9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224" y="307002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25707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Документи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46770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Оферти, фактури, клиенти и продукти на едно място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83559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3EFE9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51396" y="307002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257074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Интеграционни уиджети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46770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Вградими форми и уиджети за всеки уебсайт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835593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3EFE9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74568" y="307002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1734" y="3257074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Автоматизации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46770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Интелигентни работни процеси и облачни функции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133951" y="5938242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A3A3A"/>
                </a:solidFill>
                <a:latin typeface="Noto Serif Black" pitchFamily="34" charset="0"/>
                <a:ea typeface="Noto Serif Black" pitchFamily="34" charset="-122"/>
                <a:cs typeface="Noto Serif Black" pitchFamily="34" charset="-120"/>
              </a:rPr>
              <a:t>Цел:</a:t>
            </a: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Бърз, интуитивен и интелигентен финансов мениджмънт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93790" y="5683091"/>
            <a:ext cx="30480" cy="873204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39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Функционалности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216288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297549"/>
            <a:ext cx="27859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Динамични темплейти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142298"/>
            <a:ext cx="27859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Гъвкави документи с формулна система за автоматични изчисления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0084" y="216288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50548" y="2297549"/>
            <a:ext cx="27860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Мултитенантна архитектура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1050548" y="3142298"/>
            <a:ext cx="2786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Модулна структура: Core → Repositories → Services → UI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0190" y="504753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182195"/>
            <a:ext cx="27859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Интеграционни уиджети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6026944"/>
            <a:ext cx="27859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Вградими форми с embed код за всеки уебсайт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00084" y="5047536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050548" y="5182195"/>
            <a:ext cx="27860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Автоматизации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1050548" y="5672614"/>
            <a:ext cx="2786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Събития и действия за оптимизиране на процесите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67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Архитектура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005727"/>
            <a:ext cx="1134070" cy="26335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2325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72295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React + TypeScript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2154674" y="316515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Tailwind + shadcn/UI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2154674" y="360735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Clerk Auth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2154674" y="404955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React Query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39270"/>
            <a:ext cx="1134070" cy="26335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Firebase Cloud Functions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2154674" y="579870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Firestore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2154674" y="624089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Firebase Storage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2154674" y="668309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Cloudflare R2, KV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110"/>
            <a:ext cx="103785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Динамични шаблони за документи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58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Проблем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07970"/>
            <a:ext cx="37973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Различните фирми имат различни структури на документи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234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Решение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775597"/>
            <a:ext cx="37973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JSON-структурирани шаблони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80698"/>
            <a:ext cx="37973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Формули (SUM, IF, AVG)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22896"/>
            <a:ext cx="37973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Автоматични изчисления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465094"/>
            <a:ext cx="37973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Гъвкави таблици и секции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907292"/>
            <a:ext cx="37973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Прецизно PDF рендериране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192" y="2184202"/>
            <a:ext cx="8691920" cy="4468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Интеграционни уиджети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44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Вградете уиджет директно в своя уебсайт с един ред код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3079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Изграждане на уиджет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70208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Визуален редактор с блокове, стилове и поведение на форма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527941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3261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Конфигурация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75165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Полета, валидация и автоматизации при изпращане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3916442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713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Embed код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620422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Копирайте &lt;script&gt; или &lt;iframe&gt; тага в HTML на вашия сайт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6142315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57256" y="5895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На живо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385679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Уиджетът е жив на сайта ви — данните се синхронизират с Financely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5753814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ДЕМО</a:t>
            </a:r>
            <a:endParaRPr lang="en-US" sz="4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7369"/>
            <a:ext cx="7693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E1E1E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Благодаря за вниманието!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9776"/>
            <a:ext cx="7119818" cy="1095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3701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Модерните технологии, облачната архитектура и AI автоматизирани реални бизнес процеси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0158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1455420" y="5133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Единна платформа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62379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За множество процеси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235893" y="410158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5897523" y="5133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Автоматизация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35893" y="562379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Намалява грешки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677995" y="410158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∞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10339626" y="5133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Разширяване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77995" y="562379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Лесно мащабиране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6355232"/>
            <a:ext cx="13042821" cy="35957"/>
          </a:xfrm>
          <a:prstGeom prst="rect">
            <a:avLst/>
          </a:prstGeom>
          <a:solidFill>
            <a:srgbClr val="3A3A3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3790" y="664630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3A3A3A"/>
                </a:solidFill>
                <a:latin typeface="Noto Serif Black" pitchFamily="34" charset="0"/>
                <a:ea typeface="Noto Serif Black" pitchFamily="34" charset="-122"/>
                <a:cs typeface="Noto Serif Black" pitchFamily="34" charset="-120"/>
              </a:rPr>
              <a:t>Митьо</a:t>
            </a:r>
            <a:r>
              <a:rPr lang="en-US" sz="1750" b="1" dirty="0">
                <a:solidFill>
                  <a:srgbClr val="3A3A3A"/>
                </a:solidFill>
                <a:latin typeface="Noto Serif Black" pitchFamily="34" charset="0"/>
                <a:ea typeface="Noto Serif Black" pitchFamily="34" charset="-122"/>
                <a:cs typeface="Noto Serif Black" pitchFamily="34" charset="-120"/>
              </a:rPr>
              <a:t> </a:t>
            </a:r>
            <a:r>
              <a:rPr lang="en-US" sz="1750" b="1" dirty="0" err="1">
                <a:solidFill>
                  <a:srgbClr val="3A3A3A"/>
                </a:solidFill>
                <a:latin typeface="Noto Serif Black" pitchFamily="34" charset="0"/>
                <a:ea typeface="Noto Serif Black" pitchFamily="34" charset="-122"/>
                <a:cs typeface="Noto Serif Black" pitchFamily="34" charset="-120"/>
              </a:rPr>
              <a:t>Драганов</a:t>
            </a:r>
            <a:r>
              <a:rPr lang="en-US" sz="1750" b="1" dirty="0">
                <a:solidFill>
                  <a:srgbClr val="3A3A3A"/>
                </a:solidFill>
                <a:latin typeface="Noto Serif Black" pitchFamily="34" charset="0"/>
                <a:ea typeface="Noto Serif Black" pitchFamily="34" charset="-122"/>
                <a:cs typeface="Noto Serif Black" pitchFamily="34" charset="-120"/>
              </a:rPr>
              <a:t> </a:t>
            </a: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ППМГ „Добри Чинтулов", гр. Сливен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289</Words>
  <Application>Microsoft Macintosh PowerPoint</Application>
  <PresentationFormat>Custom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Noto Serif Black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Митьо В. Драганов</cp:lastModifiedBy>
  <cp:revision>3</cp:revision>
  <dcterms:created xsi:type="dcterms:W3CDTF">2025-11-28T21:34:19Z</dcterms:created>
  <dcterms:modified xsi:type="dcterms:W3CDTF">2026-02-28T18:19:27Z</dcterms:modified>
</cp:coreProperties>
</file>